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  <Override PartName="/ppt/media/image12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53152F-9BCE-470E-B006-01B06C5BF5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EE97E6-418A-4623-91B5-813D2FB24829}" type="slidenum"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083760" y="643320"/>
            <a:ext cx="3971160" cy="442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83480" y="1024200"/>
            <a:ext cx="5571360" cy="366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45320" y="186120"/>
            <a:ext cx="5647680" cy="534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45320" y="795600"/>
            <a:ext cx="5647680" cy="412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83480" y="186120"/>
            <a:ext cx="5571360" cy="534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855160" y="490680"/>
            <a:ext cx="4428720" cy="47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2025-10-27T12:43:16Z</dcterms:created>
  <dc:creator>Michael Richardson</dc:creator>
  <dc:description/>
  <dc:language>en-CA</dc:language>
  <cp:lastModifiedBy>Michael Richardson</cp:lastModifiedBy>
  <dcterms:modified xsi:type="dcterms:W3CDTF">2025-11-04T15:09:25Z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